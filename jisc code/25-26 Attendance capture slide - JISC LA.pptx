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6"/>
  </p:notesMasterIdLst>
  <p:sldIdLst>
    <p:sldId id="34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F8A7A0C-6C0C-5230-F1B7-FCBF19ABC065}" name="Rowan Allinson" initials="RA" userId="S::allinsonr@bournemouth.ac.uk::08c57938-e75b-444f-9896-2d7a2ca9244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A5"/>
    <a:srgbClr val="00857D"/>
    <a:srgbClr val="006699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747701-D073-479E-B981-CA396E3E11C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DD07D-F764-49BE-A617-C8F0BBA43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67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27350" y="849313"/>
            <a:ext cx="4076700" cy="22939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 2: QR code. Add your session code to the Checkin code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86E1C-0964-C947-B479-3ED64449E9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75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22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DC0069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4" y="1383613"/>
            <a:ext cx="11378866" cy="5275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017671"/>
            <a:ext cx="12192000" cy="1840328"/>
          </a:xfrm>
          <a:prstGeom prst="rect">
            <a:avLst/>
          </a:prstGeom>
          <a:solidFill>
            <a:srgbClr val="DC0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474134" y="2286002"/>
            <a:ext cx="11243733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4134" y="3499980"/>
            <a:ext cx="11186133" cy="1435096"/>
          </a:xfrm>
          <a:noFill/>
        </p:spPr>
        <p:txBody>
          <a:bodyPr/>
          <a:lstStyle>
            <a:lvl1pPr>
              <a:defRPr sz="3598">
                <a:solidFill>
                  <a:srgbClr val="DC0069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4134" y="5379027"/>
            <a:ext cx="11144834" cy="1197633"/>
          </a:xfrm>
        </p:spPr>
        <p:txBody>
          <a:bodyPr anchor="t" anchorCtr="0"/>
          <a:lstStyle>
            <a:lvl1pPr marL="180885" indent="0">
              <a:buFontTx/>
              <a:buNone/>
              <a:defRPr sz="2799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0" y="4997022"/>
            <a:ext cx="12192000" cy="0"/>
          </a:xfrm>
          <a:prstGeom prst="line">
            <a:avLst/>
          </a:prstGeom>
          <a:ln w="57150" cmpd="sng">
            <a:solidFill>
              <a:srgbClr val="F48CA4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 descr="Portrait-Logos-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17" y="443598"/>
            <a:ext cx="1980169" cy="213309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768" y="216371"/>
            <a:ext cx="11302084" cy="950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4133" y="1383615"/>
            <a:ext cx="11337565" cy="5265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" descr="Portrait-Logos-Colour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666" y="5533540"/>
            <a:ext cx="1142405" cy="12306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1" r:id="rId2"/>
    <p:sldLayoutId id="2147483650" r:id="rId3"/>
  </p:sldLayoutIdLst>
  <p:txStyles>
    <p:titleStyle>
      <a:lvl1pPr marL="180975" algn="l" rtl="0" eaLnBrk="1" fontAlgn="base" hangingPunct="1">
        <a:spcBef>
          <a:spcPct val="0"/>
        </a:spcBef>
        <a:spcAft>
          <a:spcPct val="0"/>
        </a:spcAft>
        <a:defRPr sz="3200" b="1" i="0">
          <a:solidFill>
            <a:srgbClr val="DC0069"/>
          </a:solidFill>
          <a:latin typeface="Bitter"/>
          <a:ea typeface="+mj-ea"/>
          <a:cs typeface="Bitter"/>
        </a:defRPr>
      </a:lvl1pPr>
      <a:lvl2pPr marL="18097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2pPr>
      <a:lvl3pPr marL="18097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3pPr>
      <a:lvl4pPr marL="18097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4pPr>
      <a:lvl5pPr marL="18097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5pPr>
      <a:lvl6pPr marL="63817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6pPr>
      <a:lvl7pPr marL="109537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7pPr>
      <a:lvl8pPr marL="155257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8pPr>
      <a:lvl9pPr marL="200977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000" indent="-2160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5"/>
        </a:buClr>
        <a:buChar char="•"/>
        <a:defRPr sz="2000" b="0" i="0">
          <a:solidFill>
            <a:schemeClr val="tx1"/>
          </a:solidFill>
          <a:latin typeface="PT Sans"/>
          <a:ea typeface="+mn-ea"/>
          <a:cs typeface="PT Sans"/>
        </a:defRPr>
      </a:lvl1pPr>
      <a:lvl2pPr marL="742950" indent="-2160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5"/>
        </a:buClr>
        <a:buFont typeface="Lucida Grande"/>
        <a:buChar char="-"/>
        <a:defRPr sz="1800" b="0" i="0">
          <a:solidFill>
            <a:schemeClr val="tx1"/>
          </a:solidFill>
          <a:latin typeface="PT Sans"/>
          <a:cs typeface="PT Sans"/>
        </a:defRPr>
      </a:lvl2pPr>
      <a:lvl3pPr marL="1143000" indent="-2160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5"/>
        </a:buClr>
        <a:buFont typeface="Lucida Grande"/>
        <a:buChar char="-"/>
        <a:defRPr sz="1600" b="0" i="0">
          <a:solidFill>
            <a:schemeClr val="tx1"/>
          </a:solidFill>
          <a:latin typeface="PT Sans"/>
          <a:cs typeface="PT Sans"/>
        </a:defRPr>
      </a:lvl3pPr>
      <a:lvl4pPr marL="1600200" indent="-2160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5"/>
        </a:buClr>
        <a:buFont typeface="Lucida Grande"/>
        <a:buChar char="-"/>
        <a:defRPr sz="1400" b="0" i="0">
          <a:solidFill>
            <a:schemeClr val="tx1"/>
          </a:solidFill>
          <a:latin typeface="PT Sans"/>
          <a:cs typeface="PT Sans"/>
        </a:defRPr>
      </a:lvl4pPr>
      <a:lvl5pPr marL="2057400" indent="-2160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5"/>
        </a:buClr>
        <a:buFont typeface="Lucida Grande"/>
        <a:buChar char="-"/>
        <a:defRPr sz="1200" b="0" i="0">
          <a:solidFill>
            <a:schemeClr val="tx1"/>
          </a:solidFill>
          <a:latin typeface="PT Sans"/>
          <a:cs typeface="PT San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ournemouth.la.jisc.ac.u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itservices.bournemouth.ac.u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7821CB9-510A-92D7-5315-5EA068BECE0F}"/>
              </a:ext>
            </a:extLst>
          </p:cNvPr>
          <p:cNvSpPr/>
          <p:nvPr/>
        </p:nvSpPr>
        <p:spPr>
          <a:xfrm>
            <a:off x="1" y="766618"/>
            <a:ext cx="12192000" cy="1625600"/>
          </a:xfrm>
          <a:prstGeom prst="rect">
            <a:avLst/>
          </a:prstGeom>
          <a:solidFill>
            <a:srgbClr val="0085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CD185D-1FF2-40D3-165F-BBC6BBE61F91}"/>
              </a:ext>
            </a:extLst>
          </p:cNvPr>
          <p:cNvSpPr/>
          <p:nvPr/>
        </p:nvSpPr>
        <p:spPr>
          <a:xfrm>
            <a:off x="6502398" y="4232894"/>
            <a:ext cx="5689602" cy="2620893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1630" indent="-215900"/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9AACE-C5D3-47C2-AA39-ED67887822B1}"/>
              </a:ext>
            </a:extLst>
          </p:cNvPr>
          <p:cNvSpPr txBox="1"/>
          <p:nvPr/>
        </p:nvSpPr>
        <p:spPr>
          <a:xfrm>
            <a:off x="1" y="848002"/>
            <a:ext cx="12192000" cy="147732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468630" indent="-342900"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Go to </a:t>
            </a:r>
            <a:r>
              <a:rPr lang="en-GB" b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HTTPS://BOURNEMOUTH.</a:t>
            </a:r>
            <a:r>
              <a:rPr lang="en-GB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LA.JISC.AC.UK/</a:t>
            </a:r>
            <a:r>
              <a:rPr lang="en-GB" b="1" dirty="0">
                <a:solidFill>
                  <a:schemeClr val="bg1"/>
                </a:solidFill>
              </a:rPr>
              <a:t> </a:t>
            </a:r>
          </a:p>
          <a:p>
            <a:pPr marL="468630" indent="-342900">
              <a:buAutoNum type="arabicPeriod"/>
            </a:pPr>
            <a:endParaRPr lang="en-GB" dirty="0">
              <a:solidFill>
                <a:schemeClr val="bg1"/>
              </a:solidFill>
            </a:endParaRPr>
          </a:p>
          <a:p>
            <a:pPr marL="468630" indent="-342900"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Press ‘Log in’ and enter your email address.</a:t>
            </a:r>
            <a:endParaRPr lang="en-GB" u="sng" dirty="0">
              <a:solidFill>
                <a:schemeClr val="bg1"/>
              </a:solidFill>
            </a:endParaRPr>
          </a:p>
          <a:p>
            <a:pPr marL="468630" indent="-342900">
              <a:buAutoNum type="arabicPeriod"/>
            </a:pPr>
            <a:endParaRPr lang="en-GB" dirty="0">
              <a:solidFill>
                <a:schemeClr val="bg1"/>
              </a:solidFill>
            </a:endParaRPr>
          </a:p>
          <a:p>
            <a:pPr marL="468630" indent="-342900"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Log in with your BU username and password.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-83252"/>
            <a:ext cx="12192000" cy="91925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Log your attendance online!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31CFA5-0F4A-47C7-9F82-0B04FA82BE48}"/>
              </a:ext>
            </a:extLst>
          </p:cNvPr>
          <p:cNvSpPr/>
          <p:nvPr/>
        </p:nvSpPr>
        <p:spPr>
          <a:xfrm>
            <a:off x="6779488" y="4568906"/>
            <a:ext cx="5089237" cy="18380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1630" indent="-215900"/>
            <a:r>
              <a:rPr lang="en-GB" sz="2400" b="1" dirty="0">
                <a:solidFill>
                  <a:schemeClr val="bg1"/>
                </a:solidFill>
              </a:rPr>
              <a:t>Problems logging your attendance?</a:t>
            </a:r>
          </a:p>
          <a:p>
            <a:pPr marL="341630" indent="-215900"/>
            <a:r>
              <a:rPr lang="en-GB" sz="2400" b="1" dirty="0">
                <a:solidFill>
                  <a:schemeClr val="bg1"/>
                </a:solidFill>
              </a:rPr>
              <a:t>Need support?</a:t>
            </a:r>
          </a:p>
          <a:p>
            <a:pPr marL="341630" indent="-215900"/>
            <a:endParaRPr lang="en-GB" sz="2000" b="1" dirty="0">
              <a:solidFill>
                <a:schemeClr val="bg1"/>
              </a:solidFill>
            </a:endParaRPr>
          </a:p>
          <a:p>
            <a:pPr marL="41148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Contact the IT Service Desk after this session.</a:t>
            </a:r>
          </a:p>
          <a:p>
            <a:pPr marL="41148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https://itservices.bournemouth.ac.uk</a:t>
            </a:r>
            <a:r>
              <a:rPr lang="en-GB" sz="2000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697E66-67F4-4FD7-A689-A720EFEFE64D}"/>
              </a:ext>
            </a:extLst>
          </p:cNvPr>
          <p:cNvGrpSpPr/>
          <p:nvPr/>
        </p:nvGrpSpPr>
        <p:grpSpPr>
          <a:xfrm>
            <a:off x="7078645" y="574701"/>
            <a:ext cx="4562153" cy="3501257"/>
            <a:chOff x="6118109" y="1046802"/>
            <a:chExt cx="4562153" cy="350125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3DC34D3-8954-4632-B7B8-26FB92080324}"/>
                </a:ext>
              </a:extLst>
            </p:cNvPr>
            <p:cNvSpPr txBox="1"/>
            <p:nvPr/>
          </p:nvSpPr>
          <p:spPr>
            <a:xfrm>
              <a:off x="6323961" y="3901728"/>
              <a:ext cx="435630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800" dirty="0"/>
                <a:t>The code is only active for the duration of the session.</a:t>
              </a:r>
              <a:endParaRPr lang="en-GB" u="sng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C8CD5EE-3595-4D5C-97CC-537F826DB17E}"/>
                </a:ext>
              </a:extLst>
            </p:cNvPr>
            <p:cNvSpPr/>
            <p:nvPr/>
          </p:nvSpPr>
          <p:spPr>
            <a:xfrm>
              <a:off x="6118109" y="1768288"/>
              <a:ext cx="4490926" cy="2029145"/>
            </a:xfrm>
            <a:prstGeom prst="roundRect">
              <a:avLst/>
            </a:prstGeom>
            <a:ln w="38100">
              <a:solidFill>
                <a:srgbClr val="00857D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8800"/>
                <a:t>994509</a:t>
              </a:r>
              <a:endParaRPr lang="en-GB" sz="8800" dirty="0"/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1CE0E43-565B-4248-9CDD-541D1862765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286499" y="1046802"/>
              <a:ext cx="3761509" cy="9501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marL="180975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200" b="1" i="0">
                  <a:solidFill>
                    <a:srgbClr val="DC0069"/>
                  </a:solidFill>
                  <a:latin typeface="Bitter"/>
                  <a:ea typeface="+mj-ea"/>
                  <a:cs typeface="Bitter"/>
                </a:defRPr>
              </a:lvl1pPr>
              <a:lvl2pPr marL="180975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bg1"/>
                  </a:solidFill>
                  <a:latin typeface="Arial" charset="0"/>
                  <a:cs typeface="Arial" charset="0"/>
                </a:defRPr>
              </a:lvl2pPr>
              <a:lvl3pPr marL="180975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bg1"/>
                  </a:solidFill>
                  <a:latin typeface="Arial" charset="0"/>
                  <a:cs typeface="Arial" charset="0"/>
                </a:defRPr>
              </a:lvl3pPr>
              <a:lvl4pPr marL="180975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bg1"/>
                  </a:solidFill>
                  <a:latin typeface="Arial" charset="0"/>
                  <a:cs typeface="Arial" charset="0"/>
                </a:defRPr>
              </a:lvl4pPr>
              <a:lvl5pPr marL="180975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bg1"/>
                  </a:solidFill>
                  <a:latin typeface="Arial" charset="0"/>
                  <a:cs typeface="Arial" charset="0"/>
                </a:defRPr>
              </a:lvl5pPr>
              <a:lvl6pPr marL="638175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bg1"/>
                  </a:solidFill>
                  <a:latin typeface="Arial" charset="0"/>
                  <a:cs typeface="Arial" charset="0"/>
                </a:defRPr>
              </a:lvl6pPr>
              <a:lvl7pPr marL="1095375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bg1"/>
                  </a:solidFill>
                  <a:latin typeface="Arial" charset="0"/>
                  <a:cs typeface="Arial" charset="0"/>
                </a:defRPr>
              </a:lvl7pPr>
              <a:lvl8pPr marL="1552575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bg1"/>
                  </a:solidFill>
                  <a:latin typeface="Arial" charset="0"/>
                  <a:cs typeface="Arial" charset="0"/>
                </a:defRPr>
              </a:lvl8pPr>
              <a:lvl9pPr marL="2009775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bg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GB" sz="2400" kern="0" dirty="0">
                  <a:solidFill>
                    <a:schemeClr val="bg1"/>
                  </a:solidFill>
                  <a:latin typeface="+mn-lt"/>
                </a:rPr>
                <a:t>4. Check in with the code</a:t>
              </a:r>
            </a:p>
          </p:txBody>
        </p:sp>
      </p:grpSp>
      <p:pic>
        <p:nvPicPr>
          <p:cNvPr id="4" name="Picture 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B760C6D5-A8CC-3251-DE21-64AFE343AE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25" y="2392218"/>
            <a:ext cx="4465782" cy="4465782"/>
          </a:xfrm>
          <a:prstGeom prst="rect">
            <a:avLst/>
          </a:prstGeom>
        </p:spPr>
      </p:pic>
      <p:pic>
        <p:nvPicPr>
          <p:cNvPr id="9" name="Picture 8" descr="A black and white text&#10;&#10;Description automatically generated">
            <a:extLst>
              <a:ext uri="{FF2B5EF4-FFF2-40B4-BE49-F238E27FC236}">
                <a16:creationId xmlns:a16="http://schemas.microsoft.com/office/drawing/2014/main" id="{BCE0FB84-AD65-1046-85C4-391B3ADAFA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1263" y="197230"/>
            <a:ext cx="1916031" cy="41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21668"/>
      </p:ext>
    </p:extLst>
  </p:cSld>
  <p:clrMapOvr>
    <a:masterClrMapping/>
  </p:clrMapOvr>
</p:sld>
</file>

<file path=ppt/theme/theme1.xml><?xml version="1.0" encoding="utf-8"?>
<a:theme xmlns:a="http://schemas.openxmlformats.org/drawingml/2006/main" name="16-9 BU Light Template (Logo Bottom)">
  <a:themeElements>
    <a:clrScheme name="Custom 5">
      <a:dk1>
        <a:srgbClr val="000000"/>
      </a:dk1>
      <a:lt1>
        <a:srgbClr val="FFFFFF"/>
      </a:lt1>
      <a:dk2>
        <a:srgbClr val="756858"/>
      </a:dk2>
      <a:lt2>
        <a:srgbClr val="FFFFFF"/>
      </a:lt2>
      <a:accent1>
        <a:srgbClr val="3C9E20"/>
      </a:accent1>
      <a:accent2>
        <a:srgbClr val="47C7F0"/>
      </a:accent2>
      <a:accent3>
        <a:srgbClr val="8A9DD0"/>
      </a:accent3>
      <a:accent4>
        <a:srgbClr val="47447B"/>
      </a:accent4>
      <a:accent5>
        <a:srgbClr val="D71475"/>
      </a:accent5>
      <a:accent6>
        <a:srgbClr val="C32129"/>
      </a:accent6>
      <a:hlink>
        <a:srgbClr val="0000FF"/>
      </a:hlink>
      <a:folHlink>
        <a:srgbClr val="800080"/>
      </a:folHlink>
    </a:clrScheme>
    <a:fontScheme name="BU Fonts">
      <a:majorFont>
        <a:latin typeface="Bitter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T Sans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rial Academi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ial Academi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ial Academi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ial Academi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ial Academi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ial Academi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ial Academi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ial Academi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ial Academi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ial Academi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ial Academi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ial Academi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A23328CC154649B44D30A06E2F6808" ma:contentTypeVersion="9" ma:contentTypeDescription="Create a new document." ma:contentTypeScope="" ma:versionID="080ceba66790eb4be63180f1ce80f313">
  <xsd:schema xmlns:xsd="http://www.w3.org/2001/XMLSchema" xmlns:xs="http://www.w3.org/2001/XMLSchema" xmlns:p="http://schemas.microsoft.com/office/2006/metadata/properties" xmlns:ns2="2b6e5031-de45-4a00-968e-78c0888e2e34" xmlns:ns3="80a1bdab-60b5-4054-993e-9538184d24e6" targetNamespace="http://schemas.microsoft.com/office/2006/metadata/properties" ma:root="true" ma:fieldsID="f3a1ccc0c8c351f585749fc9931130bd" ns2:_="" ns3:_="">
    <xsd:import namespace="2b6e5031-de45-4a00-968e-78c0888e2e34"/>
    <xsd:import namespace="80a1bdab-60b5-4054-993e-9538184d24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6e5031-de45-4a00-968e-78c0888e2e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a1bdab-60b5-4054-993e-9538184d24e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0a1bdab-60b5-4054-993e-9538184d24e6">
      <UserInfo>
        <DisplayName>Gelareh Roushan</DisplayName>
        <AccountId>12</AccountId>
        <AccountType/>
      </UserInfo>
      <UserInfo>
        <DisplayName>Elaine Hands-Heathfield</DisplayName>
        <AccountId>69</AccountId>
        <AccountType/>
      </UserInfo>
      <UserInfo>
        <DisplayName>Hugh Fowler</DisplayName>
        <AccountId>28</AccountId>
        <AccountType/>
      </UserInfo>
      <UserInfo>
        <DisplayName>Tim Galling</DisplayName>
        <AccountId>15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60F3C6-D6F2-499B-B4A3-DABBFFDE8D08}">
  <ds:schemaRefs>
    <ds:schemaRef ds:uri="2b6e5031-de45-4a00-968e-78c0888e2e34"/>
    <ds:schemaRef ds:uri="80a1bdab-60b5-4054-993e-9538184d24e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7C9B803-2BD0-4040-9B0C-0FE0E6A76D20}">
  <ds:schemaRefs>
    <ds:schemaRef ds:uri="2b6e5031-de45-4a00-968e-78c0888e2e34"/>
    <ds:schemaRef ds:uri="80a1bdab-60b5-4054-993e-9538184d24e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BA8454E-6F04-45E4-986C-F0C4225010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1673</TotalTime>
  <Words>102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Bitter</vt:lpstr>
      <vt:lpstr>Calibri</vt:lpstr>
      <vt:lpstr>Lucida Grande</vt:lpstr>
      <vt:lpstr>PT Sans</vt:lpstr>
      <vt:lpstr>16-9 BU Light Template (Logo Bottom)</vt:lpstr>
      <vt:lpstr>Log your attendance online!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 Data Maturity Assessment</dc:title>
  <dc:creator>Abbie Orton</dc:creator>
  <cp:lastModifiedBy>Matthew Green</cp:lastModifiedBy>
  <cp:revision>48</cp:revision>
  <dcterms:created xsi:type="dcterms:W3CDTF">2020-02-26T13:30:47Z</dcterms:created>
  <dcterms:modified xsi:type="dcterms:W3CDTF">2026-02-19T09:30:15Z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0x010100B9A23328CC154649B44D30A06E2F6808</vt:lpwstr>
  </property>
</Properties>
</file>